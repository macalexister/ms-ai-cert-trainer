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A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02336"/>
            <a:ext cx="292608" cy="292608"/>
          </a:xfrm>
          <a:prstGeom prst="ellipse">
            <a:avLst/>
          </a:prstGeom>
          <a:solidFill>
            <a:srgbClr val="B11F4B"/>
          </a:solidFill>
          <a:ln w="12700">
            <a:solidFill>
              <a:srgbClr val="B11F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02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2F0EE"/>
                </a:solidFill>
              </a:rPr>
              <a:t>✦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96112" y="40233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40" kern="0" dirty="0">
                <a:solidFill>
                  <a:srgbClr val="FF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CERT TRAINER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768096"/>
            <a:ext cx="5577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F2F0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Prüfungstraining für</a:t>
            </a:r>
            <a:endParaRPr lang="en-US" sz="28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F2F0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AB-730 &amp; AB-731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1645920"/>
            <a:ext cx="5577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6C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Certified: AI Business Professional  ·  AI Transformation Leader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1975104"/>
            <a:ext cx="1252728" cy="859536"/>
          </a:xfrm>
          <a:prstGeom prst="roundRect">
            <a:avLst>
              <a:gd name="adj" fmla="val 10638"/>
            </a:avLst>
          </a:prstGeom>
          <a:solidFill>
            <a:srgbClr val="252428"/>
          </a:solidFill>
          <a:ln w="12700">
            <a:solidFill>
              <a:srgbClr val="2524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057400"/>
            <a:ext cx="1252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6B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192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39496" y="2423160"/>
            <a:ext cx="1179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9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Fragen mit Erklärung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920240" y="1975104"/>
            <a:ext cx="1252728" cy="859536"/>
          </a:xfrm>
          <a:prstGeom prst="roundRect">
            <a:avLst>
              <a:gd name="adj" fmla="val 10638"/>
            </a:avLst>
          </a:prstGeom>
          <a:solidFill>
            <a:srgbClr val="252428"/>
          </a:solidFill>
          <a:ln w="12700">
            <a:solidFill>
              <a:srgbClr val="2524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20240" y="2057400"/>
            <a:ext cx="1252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6B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1956816" y="2423160"/>
            <a:ext cx="1179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9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Lernmodi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337560" y="1975104"/>
            <a:ext cx="1252728" cy="859536"/>
          </a:xfrm>
          <a:prstGeom prst="roundRect">
            <a:avLst>
              <a:gd name="adj" fmla="val 10638"/>
            </a:avLst>
          </a:prstGeom>
          <a:solidFill>
            <a:srgbClr val="252428"/>
          </a:solidFill>
          <a:ln w="12700">
            <a:solidFill>
              <a:srgbClr val="2524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2057400"/>
            <a:ext cx="1252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6B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45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3374136" y="2423160"/>
            <a:ext cx="1179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9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Min. Simulation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754880" y="1975104"/>
            <a:ext cx="1252728" cy="859536"/>
          </a:xfrm>
          <a:prstGeom prst="roundRect">
            <a:avLst>
              <a:gd name="adj" fmla="val 10638"/>
            </a:avLst>
          </a:prstGeom>
          <a:solidFill>
            <a:srgbClr val="252428"/>
          </a:solidFill>
          <a:ln w="12700">
            <a:solidFill>
              <a:srgbClr val="2524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2057400"/>
            <a:ext cx="1252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6B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0 €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4791456" y="2423160"/>
            <a:ext cx="1179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9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Kosten, kein Login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02920" y="290779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9C9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FÜNF MODI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02920" y="3172968"/>
            <a:ext cx="137160" cy="137160"/>
          </a:xfrm>
          <a:prstGeom prst="ellipse">
            <a:avLst/>
          </a:prstGeom>
          <a:solidFill>
            <a:srgbClr val="B11F4B"/>
          </a:solidFill>
          <a:ln w="12700">
            <a:solidFill>
              <a:srgbClr val="B11F4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2376" y="3127248"/>
            <a:ext cx="2606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Drill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22376" y="3300984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9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Fragen, gewichtet auf deine Schwächen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465576" y="3172968"/>
            <a:ext cx="137160" cy="137160"/>
          </a:xfrm>
          <a:prstGeom prst="ellipse">
            <a:avLst/>
          </a:prstGeom>
          <a:solidFill>
            <a:srgbClr val="B11F4B"/>
          </a:solidFill>
          <a:ln w="12700">
            <a:solidFill>
              <a:srgbClr val="B11F4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85032" y="3127248"/>
            <a:ext cx="2606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Prüfungssimulation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685032" y="3300984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9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Blueprint-Gewichtung, Timer, Score /1000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02920" y="3538728"/>
            <a:ext cx="137160" cy="137160"/>
          </a:xfrm>
          <a:prstGeom prst="ellipse">
            <a:avLst/>
          </a:prstGeom>
          <a:solidFill>
            <a:srgbClr val="B11F4B"/>
          </a:solidFill>
          <a:ln w="12700">
            <a:solidFill>
              <a:srgbClr val="B11F4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2376" y="3493008"/>
            <a:ext cx="2606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Domain-Training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22376" y="3666744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9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Gezielt einen Wissensbereich üben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465576" y="3538728"/>
            <a:ext cx="137160" cy="137160"/>
          </a:xfrm>
          <a:prstGeom prst="ellipse">
            <a:avLst/>
          </a:prstGeom>
          <a:solidFill>
            <a:srgbClr val="B11F4B"/>
          </a:solidFill>
          <a:ln w="12700">
            <a:solidFill>
              <a:srgbClr val="B11F4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85032" y="3493008"/>
            <a:ext cx="2606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Wiederholung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685032" y="3666744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9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Spaced Repetition der Fehler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02920" y="3904488"/>
            <a:ext cx="137160" cy="137160"/>
          </a:xfrm>
          <a:prstGeom prst="ellipse">
            <a:avLst/>
          </a:prstGeom>
          <a:solidFill>
            <a:srgbClr val="B11F4B"/>
          </a:solidFill>
          <a:ln w="12700">
            <a:solidFill>
              <a:srgbClr val="B11F4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2376" y="3858768"/>
            <a:ext cx="2606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Lernkarten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22376" y="4032504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9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Durchblättern ohne Bewertung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465576" y="3822192"/>
            <a:ext cx="2569464" cy="384048"/>
          </a:xfrm>
          <a:prstGeom prst="roundRect">
            <a:avLst>
              <a:gd name="adj" fmla="val 19048"/>
            </a:avLst>
          </a:prstGeom>
          <a:solidFill>
            <a:srgbClr val="252428"/>
          </a:solidFill>
          <a:ln w="12700">
            <a:solidFill>
              <a:srgbClr val="25242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593592" y="382219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50" b="1" dirty="0">
                <a:solidFill>
                  <a:srgbClr val="F2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 Verzerrungen geprüft: </a:t>
            </a:r>
            <a:pPr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9C9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Antworten werden jedes Mal neu gemischt, Positionen sind nicht lernbar.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6419088" y="1975104"/>
            <a:ext cx="2221992" cy="2834640"/>
          </a:xfrm>
          <a:prstGeom prst="roundRect">
            <a:avLst>
              <a:gd name="adj" fmla="val 4938"/>
            </a:avLst>
          </a:prstGeom>
          <a:solidFill>
            <a:srgbClr val="252428"/>
          </a:solidFill>
          <a:ln w="12700">
            <a:solidFill>
              <a:srgbClr val="2E2D3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260336" y="2176272"/>
            <a:ext cx="548640" cy="548640"/>
          </a:xfrm>
          <a:prstGeom prst="ellipse">
            <a:avLst/>
          </a:prstGeom>
          <a:solidFill>
            <a:srgbClr val="B11F4B"/>
          </a:solidFill>
          <a:ln w="12700">
            <a:solidFill>
              <a:srgbClr val="B11F4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351776" y="2267712"/>
            <a:ext cx="365760" cy="365760"/>
          </a:xfrm>
          <a:prstGeom prst="ellipse">
            <a:avLst/>
          </a:prstGeom>
          <a:solidFill>
            <a:srgbClr val="252428"/>
          </a:solidFill>
          <a:ln w="12700">
            <a:solidFill>
              <a:srgbClr val="25242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260336" y="21762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2F0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700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565392" y="2798064"/>
            <a:ext cx="1929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9C9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App rechnet deine Prüfungsreife auf die Bestehensgrenze hoch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565392" y="3310128"/>
            <a:ext cx="1929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40" kern="0" dirty="0">
                <a:solidFill>
                  <a:srgbClr val="9C9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KOMMST DU REIN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565392" y="3547872"/>
            <a:ext cx="1929384" cy="329184"/>
          </a:xfrm>
          <a:prstGeom prst="roundRect">
            <a:avLst>
              <a:gd name="adj" fmla="val 19444"/>
            </a:avLst>
          </a:prstGeom>
          <a:solidFill>
            <a:srgbClr val="B11F4B"/>
          </a:solidFill>
          <a:ln w="12700">
            <a:solidFill>
              <a:srgbClr val="B11F4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65392" y="3547872"/>
            <a:ext cx="1929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tinyurl.com/msaicert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565392" y="3931920"/>
            <a:ext cx="19293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C6C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Safari  ›  Teilen  ›  Zum Home-Bildschirm</a:t>
            </a:r>
            <a:endParaRPr lang="en-US" sz="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C6C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Danach Vollbild und offline nutzbar.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02920" y="4407408"/>
            <a:ext cx="5532120" cy="402336"/>
          </a:xfrm>
          <a:prstGeom prst="roundRect">
            <a:avLst>
              <a:gd name="adj" fmla="val 18182"/>
            </a:avLst>
          </a:prstGeom>
          <a:solidFill>
            <a:srgbClr val="2E2D32"/>
          </a:solidFill>
          <a:ln w="12700">
            <a:solidFill>
              <a:srgbClr val="2E2D3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58368" y="4517136"/>
            <a:ext cx="173736" cy="173736"/>
          </a:xfrm>
          <a:prstGeom prst="ellipse">
            <a:avLst/>
          </a:prstGeom>
          <a:solidFill>
            <a:srgbClr val="5FD08A"/>
          </a:solidFill>
          <a:ln w="12700">
            <a:solidFill>
              <a:srgbClr val="5FD08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14400" y="4407408"/>
            <a:ext cx="5010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F2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Server, kein Konto, kein Tracking.  </a:t>
            </a:r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6C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Fortschritt liegt nur lokal im Browser. Jeder hat seinen eigenen, niemand sieht die Ergebnisse anderer.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565392" y="4370832"/>
            <a:ext cx="1929384" cy="7315"/>
          </a:xfrm>
          <a:prstGeom prst="rect">
            <a:avLst/>
          </a:prstGeom>
          <a:solidFill>
            <a:srgbClr val="2E2D32"/>
          </a:solidFill>
          <a:ln w="12700">
            <a:solidFill>
              <a:srgbClr val="2E2D3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565392" y="4434840"/>
            <a:ext cx="1929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9C9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Inoffiziell, kein Microsoft-Produkt. Keine echten Prüfungsfragen. Quelle: Study Guides vom 22.07.2026.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Cert Trainer - AB-730 &amp; AB-731</dc:title>
  <dc:subject>PptxGenJS Presentation</dc:subject>
  <dc:creator>Alex Singer</dc:creator>
  <cp:lastModifiedBy>Alex Singer</cp:lastModifiedBy>
  <cp:revision>1</cp:revision>
  <dcterms:created xsi:type="dcterms:W3CDTF">2026-07-28T09:27:00Z</dcterms:created>
  <dcterms:modified xsi:type="dcterms:W3CDTF">2026-07-28T09:27:00Z</dcterms:modified>
</cp:coreProperties>
</file>